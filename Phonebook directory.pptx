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Source Code Pro Light"/>
      <p:regular r:id="rId17"/>
      <p:bold r:id="rId18"/>
      <p:italic r:id="rId19"/>
      <p:boldItalic r:id="rId20"/>
    </p:embeddedFont>
    <p:embeddedFont>
      <p:font typeface="Amatic SC"/>
      <p:regular r:id="rId21"/>
      <p:bold r:id="rId22"/>
    </p:embeddedFont>
    <p:embeddedFont>
      <p:font typeface="Source Code Pr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7" roundtripDataSignature="AMtx7mhZWnKf7HNnhBvdzpN2HW+SF4S3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urceCodeProLight-boldItalic.fntdata"/><Relationship Id="rId22" Type="http://schemas.openxmlformats.org/officeDocument/2006/relationships/font" Target="fonts/AmaticSC-bold.fntdata"/><Relationship Id="rId21" Type="http://schemas.openxmlformats.org/officeDocument/2006/relationships/font" Target="fonts/AmaticSC-regular.fntdata"/><Relationship Id="rId24" Type="http://schemas.openxmlformats.org/officeDocument/2006/relationships/font" Target="fonts/SourceCodePro-bold.fntdata"/><Relationship Id="rId23" Type="http://schemas.openxmlformats.org/officeDocument/2006/relationships/font" Target="fonts/SourceCodePr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SourceCodePro-boldItalic.fntdata"/><Relationship Id="rId25" Type="http://schemas.openxmlformats.org/officeDocument/2006/relationships/font" Target="fonts/SourceCodePro-italic.fntdata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SourceCodeProLight-regular.fntdata"/><Relationship Id="rId16" Type="http://schemas.openxmlformats.org/officeDocument/2006/relationships/slide" Target="slides/slide11.xml"/><Relationship Id="rId19" Type="http://schemas.openxmlformats.org/officeDocument/2006/relationships/font" Target="fonts/SourceCodeProLight-italic.fntdata"/><Relationship Id="rId18" Type="http://schemas.openxmlformats.org/officeDocument/2006/relationships/font" Target="fonts/SourceCodeProLigh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3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13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6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2" name="Google Shape;2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17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30" name="Google Shape;3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3" name="Google Shape;33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0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" name="Google Shape;3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" name="Google Shape;40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21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2" name="Google Shape;42;p21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" name="Google Shape;43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4" name="Google Shape;4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2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7" name="Google Shape;4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3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23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51" name="Google Shape;5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i="0" sz="4200" u="none" cap="none" strike="noStrik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i="0" sz="4200" u="none" cap="none" strike="noStrik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i="0" sz="4200" u="none" cap="none" strike="noStrik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i="0" sz="4200" u="none" cap="none" strike="noStrik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i="0" sz="4200" u="none" cap="none" strike="noStrik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i="0" sz="4200" u="none" cap="none" strike="noStrik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i="0" sz="4200" u="none" cap="none" strike="noStrik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i="0" sz="4200" u="none" cap="none" strike="noStrik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i="0" sz="4200" u="none" cap="none" strike="noStrik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b="0" i="0" sz="18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n-GB"/>
              <a:t>Phonebook directory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modules</a:t>
            </a:r>
            <a:endParaRPr/>
          </a:p>
        </p:txBody>
      </p:sp>
      <p:sp>
        <p:nvSpPr>
          <p:cNvPr id="62" name="Google Shape;62;p2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1.add contact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/>
              <a:t>2.search contact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/>
              <a:t>3.update contact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/>
              <a:t>4.delete contact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/>
              <a:t>5.display contact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-GB"/>
              <a:t>6.statistics and file handling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requirements</a:t>
            </a:r>
            <a:endParaRPr/>
          </a:p>
        </p:txBody>
      </p:sp>
      <p:sp>
        <p:nvSpPr>
          <p:cNvPr id="68" name="Google Shape;68;p3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1)HARDWARE : COMPUTER,4 GB RAM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-GB"/>
              <a:t>2)SOFTWARE :C++ COMPILER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METHODOLOGY</a:t>
            </a:r>
            <a:endParaRPr/>
          </a:p>
        </p:txBody>
      </p:sp>
      <p:sp>
        <p:nvSpPr>
          <p:cNvPr id="74" name="Google Shape;74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550">
                <a:latin typeface="Source Code Pro Light"/>
                <a:ea typeface="Source Code Pro Light"/>
                <a:cs typeface="Source Code Pro Light"/>
                <a:sym typeface="Source Code Pro Light"/>
              </a:rPr>
              <a:t>1. Add Contact (Sorted Insertion)</a:t>
            </a:r>
            <a:endParaRPr sz="1550">
              <a:latin typeface="Source Code Pro Light"/>
              <a:ea typeface="Source Code Pro Light"/>
              <a:cs typeface="Source Code Pro Light"/>
              <a:sym typeface="Source Code Pro Light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550">
                <a:latin typeface="Source Code Pro Light"/>
                <a:ea typeface="Source Code Pro Light"/>
                <a:cs typeface="Source Code Pro Light"/>
                <a:sym typeface="Source Code Pro Light"/>
              </a:rPr>
              <a:t>2. Search Contact (Unified Search by Name/Phone)</a:t>
            </a:r>
            <a:endParaRPr sz="1550">
              <a:latin typeface="Source Code Pro Light"/>
              <a:ea typeface="Source Code Pro Light"/>
              <a:cs typeface="Source Code Pro Light"/>
              <a:sym typeface="Source Code Pro Light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550">
                <a:latin typeface="Source Code Pro Light"/>
                <a:ea typeface="Source Code Pro Light"/>
                <a:cs typeface="Source Code Pro Light"/>
                <a:sym typeface="Source Code Pro Light"/>
              </a:rPr>
              <a:t>3. Update Contact</a:t>
            </a:r>
            <a:endParaRPr sz="1550">
              <a:latin typeface="Source Code Pro Light"/>
              <a:ea typeface="Source Code Pro Light"/>
              <a:cs typeface="Source Code Pro Light"/>
              <a:sym typeface="Source Code Pro Light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550">
                <a:latin typeface="Source Code Pro Light"/>
                <a:ea typeface="Source Code Pro Light"/>
                <a:cs typeface="Source Code Pro Light"/>
                <a:sym typeface="Source Code Pro Light"/>
              </a:rPr>
              <a:t>4. Delete Contact</a:t>
            </a:r>
            <a:endParaRPr sz="1550">
              <a:latin typeface="Source Code Pro Light"/>
              <a:ea typeface="Source Code Pro Light"/>
              <a:cs typeface="Source Code Pro Light"/>
              <a:sym typeface="Source Code Pro Light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550">
                <a:latin typeface="Source Code Pro Light"/>
                <a:ea typeface="Source Code Pro Light"/>
                <a:cs typeface="Source Code Pro Light"/>
                <a:sym typeface="Source Code Pro Light"/>
              </a:rPr>
              <a:t>5. Display Contacts</a:t>
            </a:r>
            <a:endParaRPr sz="1550">
              <a:latin typeface="Source Code Pro Light"/>
              <a:ea typeface="Source Code Pro Light"/>
              <a:cs typeface="Source Code Pro Light"/>
              <a:sym typeface="Source Code Pro Light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550">
                <a:latin typeface="Source Code Pro Light"/>
                <a:ea typeface="Source Code Pro Light"/>
                <a:cs typeface="Source Code Pro Light"/>
                <a:sym typeface="Source Code Pro Light"/>
              </a:rPr>
              <a:t>6. Statistics &amp; File Handling (Save/Load Binary Data)</a:t>
            </a:r>
            <a:endParaRPr sz="1550">
              <a:latin typeface="Source Code Pro Light"/>
              <a:ea typeface="Source Code Pro Light"/>
              <a:cs typeface="Source Code Pro Light"/>
              <a:sym typeface="Source Code Pro Light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550">
              <a:latin typeface="Source Code Pro Light"/>
              <a:ea typeface="Source Code Pro Light"/>
              <a:cs typeface="Source Code Pro Light"/>
              <a:sym typeface="Source Code Pro Light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450"/>
              <a:buNone/>
            </a:pPr>
            <a:r>
              <a:t/>
            </a:r>
            <a:endParaRPr sz="1550">
              <a:latin typeface="Source Code Pro Light"/>
              <a:ea typeface="Source Code Pro Light"/>
              <a:cs typeface="Source Code Pro Light"/>
              <a:sym typeface="Source Code Pro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ALGORITHM</a:t>
            </a:r>
            <a:endParaRPr/>
          </a:p>
        </p:txBody>
      </p:sp>
      <p:sp>
        <p:nvSpPr>
          <p:cNvPr id="80" name="Google Shape;80;p5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1.START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/>
              <a:t>2.LOAD DATA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/>
              <a:t>3.DISPLAY MENU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/>
              <a:t>4.PERFORM OPERATION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/>
              <a:t>5.SAVE DATA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-GB"/>
              <a:t>6.EXIT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FLOW CHART:</a:t>
            </a:r>
            <a:endParaRPr/>
          </a:p>
        </p:txBody>
      </p:sp>
      <p:pic>
        <p:nvPicPr>
          <p:cNvPr id="86" name="Google Shape;86;p6" title="Phonebook Directory Flowcha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93850"/>
            <a:ext cx="8520599" cy="390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4039010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3800" y="152400"/>
            <a:ext cx="4647801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20375"/>
            <a:ext cx="4132700" cy="483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152400"/>
            <a:ext cx="4419601" cy="4774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4555826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9025" y="257750"/>
            <a:ext cx="4130975" cy="47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4225576" cy="483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152400"/>
            <a:ext cx="4419600" cy="491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5397918" cy="483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2350" y="923562"/>
            <a:ext cx="3288874" cy="329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